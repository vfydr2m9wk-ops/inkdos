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ERA2-PPTX-MARKER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Office 2007–2013 baseline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BULLET-ONE</a:t>
            </a:r>
          </a:p>
          <a:p>
            <a:pPr/>
            <a:r>
              <a:t>BULLET-TWO</a:t>
            </a:r>
          </a:p>
          <a:p>
            <a:pPr/>
            <a:r>
              <a:t>BULLET-THREE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and table</a:t>
            </a:r>
          </a:p>
        </p:txBody>
      </p:sp>
      <p:pic>
        <p:nvPicPr>
          <p:cNvPr id="3" name="Picture 2" descr="compatibility_mar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3840480" cy="1792224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54880" y="1371600"/>
          <a:ext cx="3840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670560">
                <a:tc>
                  <a:txBody>
                    <a:bodyPr/>
                    <a:lstStyle/>
                    <a:p>
                      <a:r>
                        <a:t>PPT-T11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PPT-T12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PPT-T13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PPT-T21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PPT-T22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PPT-T23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PPT-T31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PPT-T32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PPT-T33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2007-2013 baseline compatibility fixture</dc:title>
  <dc:subject/>
  <dc:creator>InkDesk Test Fixture</dc:creator>
  <cp:keywords/>
  <dc:description>generated using python-pptx</dc:description>
  <cp:lastModifiedBy>InkDesk Test Fixture</cp:lastModifiedBy>
  <cp:revision>1</cp:revision>
  <dcterms:created xsi:type="dcterms:W3CDTF">2013-01-27T09:14:16Z</dcterms:created>
  <dcterms:modified xsi:type="dcterms:W3CDTF">2013-01-27T09:15:58Z</dcterms:modified>
  <cp:category/>
</cp:coreProperties>
</file>