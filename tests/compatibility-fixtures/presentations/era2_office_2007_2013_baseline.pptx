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ERA2-PPTX-MARKER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Office 2007–2013 baseline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BULLET-ONE</a:t>
            </a:r>
          </a:p>
          <a:p>
            <a:pPr/>
            <a:r>
              <a:t>BULLET-TWO</a:t>
            </a:r>
          </a:p>
          <a:p>
            <a:pPr/>
            <a:r>
              <a:t>BULLET-THREE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and table</a:t>
            </a:r>
          </a:p>
        </p:txBody>
      </p:sp>
      <p:pic>
        <p:nvPicPr>
          <p:cNvPr id="3" name="Picture 2" descr="compatibility_mar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3840480" cy="1792224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54880" y="1371600"/>
          <a:ext cx="3840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</a:tblGrid>
              <a:tr h="670560">
                <a:tc>
                  <a:txBody>
                    <a:bodyPr/>
                    <a:lstStyle/>
                    <a:p>
                      <a:r>
                        <a:t>PPT-T11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PPT-T12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PPT-T13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r>
                        <a:t>PPT-T21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PPT-T22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PPT-T23</a:t>
                      </a:r>
                    </a:p>
                  </a:txBody>
                  <a:tcPr/>
                </a:tc>
              </a:tr>
              <a:tr h="670560">
                <a:tc>
                  <a:txBody>
                    <a:bodyPr/>
                    <a:lstStyle/>
                    <a:p>
                      <a:r>
                        <a:t>PPT-T31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PPT-T32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PPT-T33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 2007-2013 baseline compatibility fixture</dc:title>
  <dc:subject/>
  <dc:creator>Compatibility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