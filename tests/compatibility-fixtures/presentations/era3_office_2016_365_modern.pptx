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MODERN-NOTES-MARKER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MODERN-NOTES-SECOND-SLIDE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ERA3-PPTX-MARKER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Microsoft 365 feature fixture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objects</a:t>
            </a:r>
          </a:p>
        </p:txBody>
      </p:sp>
      <p:pic>
        <p:nvPicPr>
          <p:cNvPr id="3" name="Picture 2" descr="compatibility_marker.png"/>
          <p:cNvPicPr>
            <a:picLocks noChangeAspect="1"/>
          </p:cNvPicPr>
          <p:nvPr/>
        </p:nvPicPr>
        <p:blipFill>
          <a:blip r:embed="rId2"/>
          <a:srcRect l="8000" r="12000"/>
          <a:stretch>
            <a:fillRect/>
          </a:stretch>
        </p:blipFill>
        <p:spPr>
          <a:xfrm>
            <a:off x="548640" y="1097280"/>
            <a:ext cx="4389120" cy="204825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5303520" y="1280160"/>
            <a:ext cx="3291839" cy="914400"/>
            <a:chOff x="5303520" y="1280160"/>
            <a:chExt cx="3291839" cy="914400"/>
          </a:xfrm>
        </p:grpSpPr>
        <p:sp>
          <p:nvSpPr>
            <p:cNvPr id="5" name="Rounded Rectangle 4"/>
            <p:cNvSpPr/>
            <p:nvPr/>
          </p:nvSpPr>
          <p:spPr>
            <a:xfrm>
              <a:off x="5303520" y="1280160"/>
              <a:ext cx="2011680" cy="914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GROUP-A</a:t>
              </a:r>
            </a:p>
          </p:txBody>
        </p:sp>
        <p:sp>
          <p:nvSpPr>
            <p:cNvPr id="6" name="Diamond 5"/>
            <p:cNvSpPr/>
            <p:nvPr/>
          </p:nvSpPr>
          <p:spPr>
            <a:xfrm>
              <a:off x="7498079" y="1280160"/>
              <a:ext cx="1097280" cy="914400"/>
            </a:xfrm>
            <a:prstGeom prst="diamond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GROUP-B</a:t>
              </a:r>
            </a:p>
          </p:txBody>
        </p:sp>
      </p:grp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212080" y="2743200"/>
          <a:ext cx="62179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and notes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914400">
                <a:tc>
                  <a:txBody>
                    <a:bodyPr/>
                    <a:lstStyle/>
                    <a:p>
                      <a:r>
                        <a:t>MODERN-TABLE-1-1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MODERN-TABLE-1-3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MODERN-TABLE-1-4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MODERN-TABLE-2-1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MODERN-TABLE-2-2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MODERN-TABLE-2-4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MODERN-TABLE-3-1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MODERN-TABLE-3-2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MODERN-TABLE-3-3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MODERN-TABLE-3-4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Microsoft 365 feature compatibility fixture</dc:title>
  <dc:subject/>
  <dc:creator>Compatibility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