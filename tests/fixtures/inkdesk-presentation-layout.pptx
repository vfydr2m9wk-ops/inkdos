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nkdeskSyntheticBackground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94360"/>
            <a:ext cx="7040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000" b="1">
                <a:solidFill>
                  <a:srgbClr val="1F2630"/>
                </a:solidFill>
              </a:defRPr>
            </a:pPr>
            <a:r>
              <a:t>INKDESK PPTX FIDELITY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889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F6FED"/>
                </a:solidFill>
              </a:defRPr>
            </a:pPr>
            <a:r>
              <a:t>Background</a:t>
            </a:r>
          </a:p>
          <a:p>
            <a:pPr>
              <a:defRPr sz="1400">
                <a:solidFill>
                  <a:srgbClr val="1F2630"/>
                </a:solidFill>
              </a:defRPr>
            </a:pPr>
            <a:r>
              <a:t>Direct slide background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7889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F6FED"/>
                </a:solidFill>
              </a:defRPr>
            </a:pPr>
            <a:r>
              <a:t>Geometry</a:t>
            </a:r>
          </a:p>
          <a:p>
            <a:pPr>
              <a:defRPr sz="1400">
                <a:solidFill>
                  <a:srgbClr val="1F2630"/>
                </a:solidFill>
              </a:defRPr>
            </a:pPr>
            <a:r>
              <a:t>Cards, rotation and precise placement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75320" y="27889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2F6FED"/>
                </a:solidFill>
              </a:defRPr>
            </a:pPr>
            <a:r>
              <a:t>Tables</a:t>
            </a:r>
          </a:p>
          <a:p>
            <a:pPr>
              <a:defRPr sz="1400">
                <a:solidFill>
                  <a:srgbClr val="1F2630"/>
                </a:solidFill>
              </a:defRPr>
            </a:pPr>
            <a:r>
              <a:t>Column widths, row heights and borders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Synthetic table and transform test</a:t>
            </a:r>
          </a:p>
        </p:txBody>
      </p:sp>
      <p:sp>
        <p:nvSpPr>
          <p:cNvPr id="3" name="Right Arrow 2"/>
          <p:cNvSpPr/>
          <p:nvPr/>
        </p:nvSpPr>
        <p:spPr>
          <a:xfrm rot="480000">
            <a:off x="9418320" y="411480"/>
            <a:ext cx="1828800" cy="731520"/>
          </a:xfrm>
          <a:prstGeom prst="rightArrow">
            <a:avLst/>
          </a:prstGeom>
          <a:solidFill>
            <a:srgbClr val="D64A24"/>
          </a:solidFill>
          <a:ln>
            <a:solidFill>
              <a:srgbClr val="D64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698480" cy="401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035040"/>
                <a:gridCol w="274320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Test</a:t>
                      </a:r>
                    </a:p>
                  </a:txBody>
                  <a:tcPr marL="73152" marR="73152" marT="54864" marB="5486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/>
                      </a:pPr>
                      <a:r>
                        <a:t>Expected behavior</a:t>
                      </a:r>
                    </a:p>
                  </a:txBody>
                  <a:tcPr marL="73152" marR="73152" marT="54864" marB="54864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Status</a:t>
                      </a:r>
                    </a:p>
                  </a:txBody>
                  <a:tcPr marL="73152" marR="73152" marT="54864" marB="54864" anchor="ctr">
                    <a:solidFill>
                      <a:srgbClr val="DCE6F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Background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Image fills entire slide without a white veil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Pass target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Table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Exact widths, row heights, fills and borders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Pass target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Transform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Rotation and shape geometry remain aligned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Pass target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InkDesk synthetic PPTX fixture</dc:title>
  <dc:subject>Compatibility testing</dc:subject>
  <dc:creator>InkDesk QA</dc:creator>
  <cp:keywords>synthetic, fixture, anonymized</cp:keywords>
  <dc:description>No personal data</dc:description>
  <cp:lastModifiedBy>InkDesk QA</cp:lastModifiedBy>
  <cp:revision>1</cp:revision>
  <dcterms:created xsi:type="dcterms:W3CDTF">2000-01-01T00:00:00Z</dcterms:created>
  <dcterms:modified xsi:type="dcterms:W3CDTF">2000-01-01T00:00:00Z</dcterms:modified>
  <cp:category/>
</cp:coreProperties>
</file>